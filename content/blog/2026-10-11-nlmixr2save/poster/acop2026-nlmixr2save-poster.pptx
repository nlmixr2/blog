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gif" ContentType="image/gif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6" Type="http://schemas.microsoft.com/office/2020/02/relationships/classificationlabels" Target="docMetadata/LabelInfo.xml"/>
<Relationship Id="rId5" Type="http://schemas.openxmlformats.org/officeDocument/2006/relationships/custom-properties" Target="docProps/custom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57" r:id="rId11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C00000"/>
    <a:srgbClr val="4C575C"/>
    <a:srgbClr val="489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4660"/>
  </p:normalViewPr>
  <p:slideViewPr>
    <p:cSldViewPr snapToGrid="0">
      <p:cViewPr>
        <p:scale>
          <a:sx n="66" d="100"/>
          <a:sy n="66" d="100"/>
        </p:scale>
        <p:origin x="-2860" y="-15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8" Type="http://schemas.openxmlformats.org/officeDocument/2006/relationships/theme" Target="theme/theme1.xml"/>
<Relationship Id="rId3" Type="http://schemas.openxmlformats.org/officeDocument/2006/relationships/customXml" Target="../customXml/item3.xml"/>
<Relationship Id="rId7" Type="http://schemas.openxmlformats.org/officeDocument/2006/relationships/viewProps" Target="viewProps.xml"/>
<Relationship Id="rId2" Type="http://schemas.openxmlformats.org/officeDocument/2006/relationships/customXml" Target="../customXml/item2.xml"/>
<Relationship Id="rId1" Type="http://schemas.openxmlformats.org/officeDocument/2006/relationships/customXml" Target="../customXml/item1.xml"/>
<Relationship Id="rId6" Type="http://schemas.openxmlformats.org/officeDocument/2006/relationships/presProps" Target="presProps.xml"/>
<Relationship Id="rId10" Type="http://schemas.microsoft.com/office/2016/11/relationships/changesInfo" Target="changesInfos/changesInfo1.xml"/>
<Relationship Id="rId4" Type="http://schemas.openxmlformats.org/officeDocument/2006/relationships/slideMaster" Target="slideMasters/slideMaster1.xml"/>
<Relationship Id="rId9" Type="http://schemas.openxmlformats.org/officeDocument/2006/relationships/tableStyles" Target="tableStyles.xml"/>
<Relationship Id="rId11" Type="http://schemas.openxmlformats.org/officeDocument/2006/relationships/slide" Target="slides/slide2.xml"/>
</Relationships>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dler, Matt" userId="58473553-56e0-4eac-b4d5-b827d878d5f8" providerId="ADAL" clId="{679EE6F9-23C1-4D28-A9FF-1259694F3E58}"/>
    <pc:docChg chg="undo custSel modSld">
      <pc:chgData name="Fidler, Matt" userId="58473553-56e0-4eac-b4d5-b827d878d5f8" providerId="ADAL" clId="{679EE6F9-23C1-4D28-A9FF-1259694F3E58}" dt="2025-09-17T14:55:43.659" v="1506" actId="1076"/>
      <pc:docMkLst>
        <pc:docMk/>
      </pc:docMkLst>
      <pc:sldChg chg="addSp delSp modSp mod">
        <pc:chgData name="Fidler, Matt" userId="58473553-56e0-4eac-b4d5-b827d878d5f8" providerId="ADAL" clId="{679EE6F9-23C1-4D28-A9FF-1259694F3E58}" dt="2025-09-17T14:55:43.659" v="1506" actId="1076"/>
        <pc:sldMkLst>
          <pc:docMk/>
          <pc:sldMk cId="3432577516" sldId="256"/>
        </pc:sldMkLst>
        <pc:spChg chg="del">
          <ac:chgData name="Fidler, Matt" userId="58473553-56e0-4eac-b4d5-b827d878d5f8" providerId="ADAL" clId="{679EE6F9-23C1-4D28-A9FF-1259694F3E58}" dt="2025-09-16T00:30:27.211" v="145" actId="478"/>
          <ac:spMkLst>
            <pc:docMk/>
            <pc:sldMk cId="3432577516" sldId="256"/>
            <ac:spMk id="4" creationId="{9CF1DA94-F571-4434-2F12-B6BC0184DA80}"/>
          </ac:spMkLst>
        </pc:spChg>
        <pc:spChg chg="mod">
          <ac:chgData name="Fidler, Matt" userId="58473553-56e0-4eac-b4d5-b827d878d5f8" providerId="ADAL" clId="{679EE6F9-23C1-4D28-A9FF-1259694F3E58}" dt="2025-09-16T00:21:36.226" v="14" actId="1076"/>
          <ac:spMkLst>
            <pc:docMk/>
            <pc:sldMk cId="3432577516" sldId="256"/>
            <ac:spMk id="5" creationId="{93D5FFD1-5BA8-B03D-D656-B6DF94EC41D6}"/>
          </ac:spMkLst>
        </pc:spChg>
        <pc:spChg chg="mod">
          <ac:chgData name="Fidler, Matt" userId="58473553-56e0-4eac-b4d5-b827d878d5f8" providerId="ADAL" clId="{679EE6F9-23C1-4D28-A9FF-1259694F3E58}" dt="2025-09-16T00:28:37.931" v="67" actId="207"/>
          <ac:spMkLst>
            <pc:docMk/>
            <pc:sldMk cId="3432577516" sldId="256"/>
            <ac:spMk id="6" creationId="{CBA16027-ACEF-75F9-DB7A-25F7C1EFE544}"/>
          </ac:spMkLst>
        </pc:spChg>
        <pc:spChg chg="mod">
          <ac:chgData name="Fidler, Matt" userId="58473553-56e0-4eac-b4d5-b827d878d5f8" providerId="ADAL" clId="{679EE6F9-23C1-4D28-A9FF-1259694F3E58}" dt="2025-09-16T00:28:29.090" v="66" actId="207"/>
          <ac:spMkLst>
            <pc:docMk/>
            <pc:sldMk cId="3432577516" sldId="256"/>
            <ac:spMk id="7" creationId="{68225776-F84F-75E8-83C1-0DE599A477AD}"/>
          </ac:spMkLst>
        </pc:spChg>
        <pc:spChg chg="add del">
          <ac:chgData name="Fidler, Matt" userId="58473553-56e0-4eac-b4d5-b827d878d5f8" providerId="ADAL" clId="{679EE6F9-23C1-4D28-A9FF-1259694F3E58}" dt="2025-09-16T00:21:20.142" v="12" actId="22"/>
          <ac:spMkLst>
            <pc:docMk/>
            <pc:sldMk cId="3432577516" sldId="256"/>
            <ac:spMk id="12" creationId="{191CF255-5F81-721E-5F61-0572121AED94}"/>
          </ac:spMkLst>
        </pc:spChg>
        <pc:spChg chg="add mod">
          <ac:chgData name="Fidler, Matt" userId="58473553-56e0-4eac-b4d5-b827d878d5f8" providerId="ADAL" clId="{679EE6F9-23C1-4D28-A9FF-1259694F3E58}" dt="2025-09-17T14:28:28.514" v="1126" actId="20577"/>
          <ac:spMkLst>
            <pc:docMk/>
            <pc:sldMk cId="3432577516" sldId="256"/>
            <ac:spMk id="12" creationId="{E6B2A8B3-B5C6-1E4D-C6A9-23E0321D3C44}"/>
          </ac:spMkLst>
        </pc:spChg>
        <pc:spChg chg="add mod">
          <ac:chgData name="Fidler, Matt" userId="58473553-56e0-4eac-b4d5-b827d878d5f8" providerId="ADAL" clId="{679EE6F9-23C1-4D28-A9FF-1259694F3E58}" dt="2025-09-17T14:49:40.294" v="1329" actId="20577"/>
          <ac:spMkLst>
            <pc:docMk/>
            <pc:sldMk cId="3432577516" sldId="256"/>
            <ac:spMk id="19" creationId="{934813B9-4E0E-4CF2-4386-C979146D3F20}"/>
          </ac:spMkLst>
        </pc:spChg>
        <pc:spChg chg="mod">
          <ac:chgData name="Fidler, Matt" userId="58473553-56e0-4eac-b4d5-b827d878d5f8" providerId="ADAL" clId="{679EE6F9-23C1-4D28-A9FF-1259694F3E58}" dt="2025-09-17T14:48:19.182" v="1251"/>
          <ac:spMkLst>
            <pc:docMk/>
            <pc:sldMk cId="3432577516" sldId="256"/>
            <ac:spMk id="21" creationId="{FDB0F489-EB05-AE74-91DA-AC0554100CF3}"/>
          </ac:spMkLst>
        </pc:spChg>
        <pc:spChg chg="mod topLvl">
          <ac:chgData name="Fidler, Matt" userId="58473553-56e0-4eac-b4d5-b827d878d5f8" providerId="ADAL" clId="{679EE6F9-23C1-4D28-A9FF-1259694F3E58}" dt="2025-09-16T00:46:40.563" v="321" actId="20577"/>
          <ac:spMkLst>
            <pc:docMk/>
            <pc:sldMk cId="3432577516" sldId="256"/>
            <ac:spMk id="22" creationId="{F11FF76C-8DF5-F312-3FC1-23134CF329F6}"/>
          </ac:spMkLst>
        </pc:spChg>
        <pc:spChg chg="mod">
          <ac:chgData name="Fidler, Matt" userId="58473553-56e0-4eac-b4d5-b827d878d5f8" providerId="ADAL" clId="{679EE6F9-23C1-4D28-A9FF-1259694F3E58}" dt="2025-09-17T14:49:53.167" v="1330" actId="1076"/>
          <ac:spMkLst>
            <pc:docMk/>
            <pc:sldMk cId="3432577516" sldId="256"/>
            <ac:spMk id="25" creationId="{FDB0F489-EB05-AE74-91DA-AC0554100CF3}"/>
          </ac:spMkLst>
        </pc:spChg>
        <pc:spChg chg="add mod">
          <ac:chgData name="Fidler, Matt" userId="58473553-56e0-4eac-b4d5-b827d878d5f8" providerId="ADAL" clId="{679EE6F9-23C1-4D28-A9FF-1259694F3E58}" dt="2025-09-17T14:50:50.097" v="1449" actId="1076"/>
          <ac:spMkLst>
            <pc:docMk/>
            <pc:sldMk cId="3432577516" sldId="256"/>
            <ac:spMk id="28" creationId="{9D07FB2A-E258-F94E-7821-DB0AF1040343}"/>
          </ac:spMkLst>
        </pc:spChg>
        <pc:spChg chg="mod">
          <ac:chgData name="Fidler, Matt" userId="58473553-56e0-4eac-b4d5-b827d878d5f8" providerId="ADAL" clId="{679EE6F9-23C1-4D28-A9FF-1259694F3E58}" dt="2025-09-16T12:10:20.589" v="426" actId="20577"/>
          <ac:spMkLst>
            <pc:docMk/>
            <pc:sldMk cId="3432577516" sldId="256"/>
            <ac:spMk id="30" creationId="{0BBC4FAC-142A-C5F7-807D-740A94CB39D9}"/>
          </ac:spMkLst>
        </pc:spChg>
        <pc:spChg chg="add mod ord">
          <ac:chgData name="Fidler, Matt" userId="58473553-56e0-4eac-b4d5-b827d878d5f8" providerId="ADAL" clId="{679EE6F9-23C1-4D28-A9FF-1259694F3E58}" dt="2025-09-16T11:43:56.858" v="351" actId="1076"/>
          <ac:spMkLst>
            <pc:docMk/>
            <pc:sldMk cId="3432577516" sldId="256"/>
            <ac:spMk id="31" creationId="{930A3321-A1DC-30D7-BE31-EF8C66ABC8D0}"/>
          </ac:spMkLst>
        </pc:spChg>
        <pc:spChg chg="add mod">
          <ac:chgData name="Fidler, Matt" userId="58473553-56e0-4eac-b4d5-b827d878d5f8" providerId="ADAL" clId="{679EE6F9-23C1-4D28-A9FF-1259694F3E58}" dt="2025-09-16T12:01:08.180" v="409" actId="14100"/>
          <ac:spMkLst>
            <pc:docMk/>
            <pc:sldMk cId="3432577516" sldId="256"/>
            <ac:spMk id="41" creationId="{98784E72-6B7A-B6C1-6C3D-91B8BACAFA2B}"/>
          </ac:spMkLst>
        </pc:spChg>
        <pc:spChg chg="add mod">
          <ac:chgData name="Fidler, Matt" userId="58473553-56e0-4eac-b4d5-b827d878d5f8" providerId="ADAL" clId="{679EE6F9-23C1-4D28-A9FF-1259694F3E58}" dt="2025-09-16T12:03:25.074" v="424" actId="207"/>
          <ac:spMkLst>
            <pc:docMk/>
            <pc:sldMk cId="3432577516" sldId="256"/>
            <ac:spMk id="43" creationId="{ED93A070-20A8-0B8C-9BD1-7A5ADD4AE515}"/>
          </ac:spMkLst>
        </pc:spChg>
        <pc:spChg chg="mod topLvl">
          <ac:chgData name="Fidler, Matt" userId="58473553-56e0-4eac-b4d5-b827d878d5f8" providerId="ADAL" clId="{679EE6F9-23C1-4D28-A9FF-1259694F3E58}" dt="2025-09-16T12:16:17.978" v="631" actId="20577"/>
          <ac:spMkLst>
            <pc:docMk/>
            <pc:sldMk cId="3432577516" sldId="256"/>
            <ac:spMk id="50" creationId="{3ED4FA06-EFC9-86F3-A3F1-7D90316DCDD3}"/>
          </ac:spMkLst>
        </pc:spChg>
        <pc:spChg chg="mod topLvl">
          <ac:chgData name="Fidler, Matt" userId="58473553-56e0-4eac-b4d5-b827d878d5f8" providerId="ADAL" clId="{679EE6F9-23C1-4D28-A9FF-1259694F3E58}" dt="2025-09-16T12:11:22.217" v="518" actId="165"/>
          <ac:spMkLst>
            <pc:docMk/>
            <pc:sldMk cId="3432577516" sldId="256"/>
            <ac:spMk id="52" creationId="{88692520-6179-94C7-6A88-77DDAD7E6EFF}"/>
          </ac:spMkLst>
        </pc:spChg>
        <pc:spChg chg="mod topLvl">
          <ac:chgData name="Fidler, Matt" userId="58473553-56e0-4eac-b4d5-b827d878d5f8" providerId="ADAL" clId="{679EE6F9-23C1-4D28-A9FF-1259694F3E58}" dt="2025-09-17T14:23:04.668" v="1033" actId="165"/>
          <ac:spMkLst>
            <pc:docMk/>
            <pc:sldMk cId="3432577516" sldId="256"/>
            <ac:spMk id="59" creationId="{1B429824-A97E-916A-832F-E08714583782}"/>
          </ac:spMkLst>
        </pc:spChg>
        <pc:spChg chg="mod topLvl">
          <ac:chgData name="Fidler, Matt" userId="58473553-56e0-4eac-b4d5-b827d878d5f8" providerId="ADAL" clId="{679EE6F9-23C1-4D28-A9FF-1259694F3E58}" dt="2025-09-17T14:23:27.760" v="1036" actId="165"/>
          <ac:spMkLst>
            <pc:docMk/>
            <pc:sldMk cId="3432577516" sldId="256"/>
            <ac:spMk id="61" creationId="{6F340EF6-4BC8-1A3F-BDED-E356151151C0}"/>
          </ac:spMkLst>
        </pc:spChg>
        <pc:spChg chg="del mod">
          <ac:chgData name="Fidler, Matt" userId="58473553-56e0-4eac-b4d5-b827d878d5f8" providerId="ADAL" clId="{679EE6F9-23C1-4D28-A9FF-1259694F3E58}" dt="2025-09-17T12:14:05.315" v="1013" actId="478"/>
          <ac:spMkLst>
            <pc:docMk/>
            <pc:sldMk cId="3432577516" sldId="256"/>
            <ac:spMk id="65" creationId="{EF0F7C59-B62A-780D-CBD8-8E2E5B5EB8E0}"/>
          </ac:spMkLst>
        </pc:spChg>
        <pc:spChg chg="del mod">
          <ac:chgData name="Fidler, Matt" userId="58473553-56e0-4eac-b4d5-b827d878d5f8" providerId="ADAL" clId="{679EE6F9-23C1-4D28-A9FF-1259694F3E58}" dt="2025-09-17T12:14:11.974" v="1014" actId="478"/>
          <ac:spMkLst>
            <pc:docMk/>
            <pc:sldMk cId="3432577516" sldId="256"/>
            <ac:spMk id="66" creationId="{2FAAAD4B-A1CD-104E-13ED-FEBA42338541}"/>
          </ac:spMkLst>
        </pc:spChg>
        <pc:spChg chg="mod">
          <ac:chgData name="Fidler, Matt" userId="58473553-56e0-4eac-b4d5-b827d878d5f8" providerId="ADAL" clId="{679EE6F9-23C1-4D28-A9FF-1259694F3E58}" dt="2025-09-17T14:23:27.760" v="1036" actId="165"/>
          <ac:spMkLst>
            <pc:docMk/>
            <pc:sldMk cId="3432577516" sldId="256"/>
            <ac:spMk id="67" creationId="{C3DF9191-4801-57BA-D60F-75765220FF9D}"/>
          </ac:spMkLst>
        </pc:spChg>
        <pc:spChg chg="mod">
          <ac:chgData name="Fidler, Matt" userId="58473553-56e0-4eac-b4d5-b827d878d5f8" providerId="ADAL" clId="{679EE6F9-23C1-4D28-A9FF-1259694F3E58}" dt="2025-09-17T14:23:27.760" v="1036" actId="165"/>
          <ac:spMkLst>
            <pc:docMk/>
            <pc:sldMk cId="3432577516" sldId="256"/>
            <ac:spMk id="68" creationId="{7AFF2D67-1F46-BA9F-6141-61956063A820}"/>
          </ac:spMkLst>
        </pc:spChg>
        <pc:spChg chg="add mod">
          <ac:chgData name="Fidler, Matt" userId="58473553-56e0-4eac-b4d5-b827d878d5f8" providerId="ADAL" clId="{679EE6F9-23C1-4D28-A9FF-1259694F3E58}" dt="2025-09-16T12:10:26.801" v="427"/>
          <ac:spMkLst>
            <pc:docMk/>
            <pc:sldMk cId="3432577516" sldId="256"/>
            <ac:spMk id="70" creationId="{E847027E-CD60-1514-7FC4-137403327BA4}"/>
          </ac:spMkLst>
        </pc:spChg>
        <pc:spChg chg="del topLvl">
          <ac:chgData name="Fidler, Matt" userId="58473553-56e0-4eac-b4d5-b827d878d5f8" providerId="ADAL" clId="{679EE6F9-23C1-4D28-A9FF-1259694F3E58}" dt="2025-09-16T00:29:23.725" v="105" actId="478"/>
          <ac:spMkLst>
            <pc:docMk/>
            <pc:sldMk cId="3432577516" sldId="256"/>
            <ac:spMk id="81" creationId="{8D2129D2-9BF3-F46E-CA04-96172B7E95EA}"/>
          </ac:spMkLst>
        </pc:spChg>
        <pc:spChg chg="del">
          <ac:chgData name="Fidler, Matt" userId="58473553-56e0-4eac-b4d5-b827d878d5f8" providerId="ADAL" clId="{679EE6F9-23C1-4D28-A9FF-1259694F3E58}" dt="2025-09-16T00:23:22.130" v="24" actId="478"/>
          <ac:spMkLst>
            <pc:docMk/>
            <pc:sldMk cId="3432577516" sldId="256"/>
            <ac:spMk id="132" creationId="{07E9DA68-16E7-E508-AD3D-94160FE404EC}"/>
          </ac:spMkLst>
        </pc:spChg>
        <pc:spChg chg="mod">
          <ac:chgData name="Fidler, Matt" userId="58473553-56e0-4eac-b4d5-b827d878d5f8" providerId="ADAL" clId="{679EE6F9-23C1-4D28-A9FF-1259694F3E58}" dt="2025-09-17T14:55:43.659" v="1506" actId="1076"/>
          <ac:spMkLst>
            <pc:docMk/>
            <pc:sldMk cId="3432577516" sldId="256"/>
            <ac:spMk id="135" creationId="{517037E1-A165-3550-D903-DA6E66234A7A}"/>
          </ac:spMkLst>
        </pc:spChg>
        <pc:spChg chg="mod">
          <ac:chgData name="Fidler, Matt" userId="58473553-56e0-4eac-b4d5-b827d878d5f8" providerId="ADAL" clId="{679EE6F9-23C1-4D28-A9FF-1259694F3E58}" dt="2025-09-16T00:22:29.224" v="20" actId="20577"/>
          <ac:spMkLst>
            <pc:docMk/>
            <pc:sldMk cId="3432577516" sldId="256"/>
            <ac:spMk id="1058" creationId="{40536A80-EEDD-3C9F-DD21-CDFEDBCA7E6A}"/>
          </ac:spMkLst>
        </pc:spChg>
        <pc:grpChg chg="mod">
          <ac:chgData name="Fidler, Matt" userId="58473553-56e0-4eac-b4d5-b827d878d5f8" providerId="ADAL" clId="{679EE6F9-23C1-4D28-A9FF-1259694F3E58}" dt="2025-09-16T00:21:39.827" v="16"/>
          <ac:grpSpMkLst>
            <pc:docMk/>
            <pc:sldMk cId="3432577516" sldId="256"/>
            <ac:grpSpMk id="8" creationId="{4237C5C6-ADA9-FD82-2FD7-FD51C0E07603}"/>
          </ac:grpSpMkLst>
        </pc:grpChg>
        <pc:grpChg chg="del">
          <ac:chgData name="Fidler, Matt" userId="58473553-56e0-4eac-b4d5-b827d878d5f8" providerId="ADAL" clId="{679EE6F9-23C1-4D28-A9FF-1259694F3E58}" dt="2025-09-16T00:30:27.211" v="145" actId="478"/>
          <ac:grpSpMkLst>
            <pc:docMk/>
            <pc:sldMk cId="3432577516" sldId="256"/>
            <ac:grpSpMk id="16" creationId="{83945D4F-5B3D-C2DA-5D11-F5B3B4BD7608}"/>
          </ac:grpSpMkLst>
        </pc:grpChg>
        <pc:grpChg chg="add del mod">
          <ac:chgData name="Fidler, Matt" userId="58473553-56e0-4eac-b4d5-b827d878d5f8" providerId="ADAL" clId="{679EE6F9-23C1-4D28-A9FF-1259694F3E58}" dt="2025-09-17T14:48:20.943" v="1252" actId="21"/>
          <ac:grpSpMkLst>
            <pc:docMk/>
            <pc:sldMk cId="3432577516" sldId="256"/>
            <ac:grpSpMk id="20" creationId="{599205E7-A0BA-D32B-79A6-E8AED629027B}"/>
          </ac:grpSpMkLst>
        </pc:grpChg>
        <pc:grpChg chg="add mod">
          <ac:chgData name="Fidler, Matt" userId="58473553-56e0-4eac-b4d5-b827d878d5f8" providerId="ADAL" clId="{679EE6F9-23C1-4D28-A9FF-1259694F3E58}" dt="2025-09-17T14:49:53.167" v="1330" actId="1076"/>
          <ac:grpSpMkLst>
            <pc:docMk/>
            <pc:sldMk cId="3432577516" sldId="256"/>
            <ac:grpSpMk id="24" creationId="{599205E7-A0BA-D32B-79A6-E8AED629027B}"/>
          </ac:grpSpMkLst>
        </pc:grpChg>
        <pc:grpChg chg="del">
          <ac:chgData name="Fidler, Matt" userId="58473553-56e0-4eac-b4d5-b827d878d5f8" providerId="ADAL" clId="{679EE6F9-23C1-4D28-A9FF-1259694F3E58}" dt="2025-09-16T00:27:00.536" v="61" actId="478"/>
          <ac:grpSpMkLst>
            <pc:docMk/>
            <pc:sldMk cId="3432577516" sldId="256"/>
            <ac:grpSpMk id="24" creationId="{9EFEF089-11D4-29E0-02A4-B4613550DA35}"/>
          </ac:grpSpMkLst>
        </pc:grpChg>
        <pc:grpChg chg="del">
          <ac:chgData name="Fidler, Matt" userId="58473553-56e0-4eac-b4d5-b827d878d5f8" providerId="ADAL" clId="{679EE6F9-23C1-4D28-A9FF-1259694F3E58}" dt="2025-09-16T00:23:11.520" v="23" actId="478"/>
          <ac:grpSpMkLst>
            <pc:docMk/>
            <pc:sldMk cId="3432577516" sldId="256"/>
            <ac:grpSpMk id="28" creationId="{25AAF5CC-5112-FFF8-39FB-070E112C8E12}"/>
          </ac:grpSpMkLst>
        </pc:grpChg>
        <pc:grpChg chg="add del mod">
          <ac:chgData name="Fidler, Matt" userId="58473553-56e0-4eac-b4d5-b827d878d5f8" providerId="ADAL" clId="{679EE6F9-23C1-4D28-A9FF-1259694F3E58}" dt="2025-09-16T11:43:56.858" v="351" actId="1076"/>
          <ac:grpSpMkLst>
            <pc:docMk/>
            <pc:sldMk cId="3432577516" sldId="256"/>
            <ac:grpSpMk id="32" creationId="{E3ACFD3F-9360-FCFB-9BE3-292F4DE395EE}"/>
          </ac:grpSpMkLst>
        </pc:grpChg>
        <pc:grpChg chg="del">
          <ac:chgData name="Fidler, Matt" userId="58473553-56e0-4eac-b4d5-b827d878d5f8" providerId="ADAL" clId="{679EE6F9-23C1-4D28-A9FF-1259694F3E58}" dt="2025-09-16T12:10:59.970" v="513" actId="478"/>
          <ac:grpSpMkLst>
            <pc:docMk/>
            <pc:sldMk cId="3432577516" sldId="256"/>
            <ac:grpSpMk id="46" creationId="{4BE26AF1-72F2-E247-83B4-0C9C0180FD6F}"/>
          </ac:grpSpMkLst>
        </pc:grpChg>
        <pc:grpChg chg="del mod topLvl">
          <ac:chgData name="Fidler, Matt" userId="58473553-56e0-4eac-b4d5-b827d878d5f8" providerId="ADAL" clId="{679EE6F9-23C1-4D28-A9FF-1259694F3E58}" dt="2025-09-16T12:11:22.217" v="518" actId="165"/>
          <ac:grpSpMkLst>
            <pc:docMk/>
            <pc:sldMk cId="3432577516" sldId="256"/>
            <ac:grpSpMk id="48" creationId="{D6FEC3DC-6B07-9698-2143-DC574E031619}"/>
          </ac:grpSpMkLst>
        </pc:grpChg>
        <pc:grpChg chg="del mod">
          <ac:chgData name="Fidler, Matt" userId="58473553-56e0-4eac-b4d5-b827d878d5f8" providerId="ADAL" clId="{679EE6F9-23C1-4D28-A9FF-1259694F3E58}" dt="2025-09-16T12:11:07.081" v="516" actId="478"/>
          <ac:grpSpMkLst>
            <pc:docMk/>
            <pc:sldMk cId="3432577516" sldId="256"/>
            <ac:grpSpMk id="49" creationId="{FDFE0C3E-F4C2-2AD3-A38F-44AC63AE28B5}"/>
          </ac:grpSpMkLst>
        </pc:grpChg>
        <pc:grpChg chg="del mod">
          <ac:chgData name="Fidler, Matt" userId="58473553-56e0-4eac-b4d5-b827d878d5f8" providerId="ADAL" clId="{679EE6F9-23C1-4D28-A9FF-1259694F3E58}" dt="2025-09-16T12:11:05" v="515" actId="478"/>
          <ac:grpSpMkLst>
            <pc:docMk/>
            <pc:sldMk cId="3432577516" sldId="256"/>
            <ac:grpSpMk id="51" creationId="{20FEBFDA-01A3-421B-FE3E-CD83439FAED0}"/>
          </ac:grpSpMkLst>
        </pc:grpChg>
        <pc:grpChg chg="add del mod">
          <ac:chgData name="Fidler, Matt" userId="58473553-56e0-4eac-b4d5-b827d878d5f8" providerId="ADAL" clId="{679EE6F9-23C1-4D28-A9FF-1259694F3E58}" dt="2025-09-17T14:23:04.668" v="1033" actId="165"/>
          <ac:grpSpMkLst>
            <pc:docMk/>
            <pc:sldMk cId="3432577516" sldId="256"/>
            <ac:grpSpMk id="58" creationId="{5E4B9820-B640-FE8B-630C-C2DE9DBD4340}"/>
          </ac:grpSpMkLst>
        </pc:grpChg>
        <pc:grpChg chg="add del mod topLvl">
          <ac:chgData name="Fidler, Matt" userId="58473553-56e0-4eac-b4d5-b827d878d5f8" providerId="ADAL" clId="{679EE6F9-23C1-4D28-A9FF-1259694F3E58}" dt="2025-09-17T14:23:27.760" v="1036" actId="165"/>
          <ac:grpSpMkLst>
            <pc:docMk/>
            <pc:sldMk cId="3432577516" sldId="256"/>
            <ac:grpSpMk id="60" creationId="{6FFC5A8F-E49E-E219-8B99-A40CCB9F132E}"/>
          </ac:grpSpMkLst>
        </pc:grpChg>
        <pc:grpChg chg="del mod topLvl">
          <ac:chgData name="Fidler, Matt" userId="58473553-56e0-4eac-b4d5-b827d878d5f8" providerId="ADAL" clId="{679EE6F9-23C1-4D28-A9FF-1259694F3E58}" dt="2025-09-17T14:23:33.324" v="1037" actId="478"/>
          <ac:grpSpMkLst>
            <pc:docMk/>
            <pc:sldMk cId="3432577516" sldId="256"/>
            <ac:grpSpMk id="62" creationId="{DC7FADD5-6662-2C3A-C241-F9F160F22332}"/>
          </ac:grpSpMkLst>
        </pc:grpChg>
        <pc:grpChg chg="del">
          <ac:chgData name="Fidler, Matt" userId="58473553-56e0-4eac-b4d5-b827d878d5f8" providerId="ADAL" clId="{679EE6F9-23C1-4D28-A9FF-1259694F3E58}" dt="2025-09-16T00:29:23.725" v="105" actId="478"/>
          <ac:grpSpMkLst>
            <pc:docMk/>
            <pc:sldMk cId="3432577516" sldId="256"/>
            <ac:grpSpMk id="83" creationId="{0D18A18C-4A91-3F56-9E7D-09146688ABF2}"/>
          </ac:grpSpMkLst>
        </pc:grpChg>
        <pc:grpChg chg="del">
          <ac:chgData name="Fidler, Matt" userId="58473553-56e0-4eac-b4d5-b827d878d5f8" providerId="ADAL" clId="{679EE6F9-23C1-4D28-A9FF-1259694F3E58}" dt="2025-09-16T00:30:27.211" v="145" actId="478"/>
          <ac:grpSpMkLst>
            <pc:docMk/>
            <pc:sldMk cId="3432577516" sldId="256"/>
            <ac:grpSpMk id="1056" creationId="{F012D09A-BED0-C60C-68F4-7F6CDA8463C4}"/>
          </ac:grpSpMkLst>
        </pc:grpChg>
        <pc:graphicFrameChg chg="add del">
          <ac:chgData name="Fidler, Matt" userId="58473553-56e0-4eac-b4d5-b827d878d5f8" providerId="ADAL" clId="{679EE6F9-23C1-4D28-A9FF-1259694F3E58}" dt="2025-09-16T00:25:17.760" v="26" actId="478"/>
          <ac:graphicFrameMkLst>
            <pc:docMk/>
            <pc:sldMk cId="3432577516" sldId="256"/>
            <ac:graphicFrameMk id="13" creationId="{E6C5B27F-4388-3414-D645-D4243AA843A0}"/>
          </ac:graphicFrameMkLst>
        </pc:graphicFrameChg>
        <pc:picChg chg="add del mod">
          <ac:chgData name="Fidler, Matt" userId="58473553-56e0-4eac-b4d5-b827d878d5f8" providerId="ADAL" clId="{679EE6F9-23C1-4D28-A9FF-1259694F3E58}" dt="2025-09-17T14:22:43.961" v="1031" actId="22"/>
          <ac:picMkLst>
            <pc:docMk/>
            <pc:sldMk cId="3432577516" sldId="256"/>
            <ac:picMk id="3" creationId="{64E62C0D-F4E0-15C8-80F1-A66EB0988714}"/>
          </ac:picMkLst>
        </pc:picChg>
        <pc:picChg chg="add mod">
          <ac:chgData name="Fidler, Matt" userId="58473553-56e0-4eac-b4d5-b827d878d5f8" providerId="ADAL" clId="{679EE6F9-23C1-4D28-A9FF-1259694F3E58}" dt="2025-09-17T14:24:11.832" v="1041" actId="1076"/>
          <ac:picMkLst>
            <pc:docMk/>
            <pc:sldMk cId="3432577516" sldId="256"/>
            <ac:picMk id="9" creationId="{52FB0B6F-BCA9-50DD-A73E-42A665925318}"/>
          </ac:picMkLst>
        </pc:picChg>
        <pc:picChg chg="del">
          <ac:chgData name="Fidler, Matt" userId="58473553-56e0-4eac-b4d5-b827d878d5f8" providerId="ADAL" clId="{679EE6F9-23C1-4D28-A9FF-1259694F3E58}" dt="2025-09-16T00:30:22.241" v="144" actId="478"/>
          <ac:picMkLst>
            <pc:docMk/>
            <pc:sldMk cId="3432577516" sldId="256"/>
            <ac:picMk id="11" creationId="{3AF36A09-8AD1-BED3-87C3-311C1BEBF914}"/>
          </ac:picMkLst>
        </pc:picChg>
        <pc:picChg chg="add mod">
          <ac:chgData name="Fidler, Matt" userId="58473553-56e0-4eac-b4d5-b827d878d5f8" providerId="ADAL" clId="{679EE6F9-23C1-4D28-A9FF-1259694F3E58}" dt="2025-09-17T14:46:35.083" v="1145" actId="14100"/>
          <ac:picMkLst>
            <pc:docMk/>
            <pc:sldMk cId="3432577516" sldId="256"/>
            <ac:picMk id="11" creationId="{A2968642-D1DA-02E6-268C-E857BF7C31B1}"/>
          </ac:picMkLst>
        </pc:picChg>
        <pc:picChg chg="add del">
          <ac:chgData name="Fidler, Matt" userId="58473553-56e0-4eac-b4d5-b827d878d5f8" providerId="ADAL" clId="{679EE6F9-23C1-4D28-A9FF-1259694F3E58}" dt="2025-09-17T14:45:02.475" v="1130" actId="478"/>
          <ac:picMkLst>
            <pc:docMk/>
            <pc:sldMk cId="3432577516" sldId="256"/>
            <ac:picMk id="14" creationId="{F834330F-D702-C046-0EF5-0BAFB41864B7}"/>
          </ac:picMkLst>
        </pc:picChg>
        <pc:picChg chg="del">
          <ac:chgData name="Fidler, Matt" userId="58473553-56e0-4eac-b4d5-b827d878d5f8" providerId="ADAL" clId="{679EE6F9-23C1-4D28-A9FF-1259694F3E58}" dt="2025-09-16T00:30:27.211" v="145" actId="478"/>
          <ac:picMkLst>
            <pc:docMk/>
            <pc:sldMk cId="3432577516" sldId="256"/>
            <ac:picMk id="15" creationId="{4FAF2860-D01F-7B9F-2EFC-33DA7C52B8CA}"/>
          </ac:picMkLst>
        </pc:picChg>
        <pc:picChg chg="add del">
          <ac:chgData name="Fidler, Matt" userId="58473553-56e0-4eac-b4d5-b827d878d5f8" providerId="ADAL" clId="{679EE6F9-23C1-4D28-A9FF-1259694F3E58}" dt="2025-09-17T14:44:59.304" v="1129" actId="478"/>
          <ac:picMkLst>
            <pc:docMk/>
            <pc:sldMk cId="3432577516" sldId="256"/>
            <ac:picMk id="16" creationId="{3DFE4C5D-58DA-D84B-625F-66730D1E7238}"/>
          </ac:picMkLst>
        </pc:picChg>
        <pc:picChg chg="add mod">
          <ac:chgData name="Fidler, Matt" userId="58473553-56e0-4eac-b4d5-b827d878d5f8" providerId="ADAL" clId="{679EE6F9-23C1-4D28-A9FF-1259694F3E58}" dt="2025-09-17T14:46:52.662" v="1147" actId="14100"/>
          <ac:picMkLst>
            <pc:docMk/>
            <pc:sldMk cId="3432577516" sldId="256"/>
            <ac:picMk id="18" creationId="{AACD080C-18F6-DEEE-5085-F2BAE031BB33}"/>
          </ac:picMkLst>
        </pc:picChg>
        <pc:picChg chg="del">
          <ac:chgData name="Fidler, Matt" userId="58473553-56e0-4eac-b4d5-b827d878d5f8" providerId="ADAL" clId="{679EE6F9-23C1-4D28-A9FF-1259694F3E58}" dt="2025-09-16T00:22:55.937" v="21" actId="478"/>
          <ac:picMkLst>
            <pc:docMk/>
            <pc:sldMk cId="3432577516" sldId="256"/>
            <ac:picMk id="20" creationId="{EF2F0A4C-5157-3E4E-CBB5-1500870FD397}"/>
          </ac:picMkLst>
        </pc:picChg>
        <pc:picChg chg="del">
          <ac:chgData name="Fidler, Matt" userId="58473553-56e0-4eac-b4d5-b827d878d5f8" providerId="ADAL" clId="{679EE6F9-23C1-4D28-A9FF-1259694F3E58}" dt="2025-09-16T00:30:27.211" v="145" actId="478"/>
          <ac:picMkLst>
            <pc:docMk/>
            <pc:sldMk cId="3432577516" sldId="256"/>
            <ac:picMk id="21" creationId="{0AEF3AC1-C05B-58FF-8C0B-D39708C81123}"/>
          </ac:picMkLst>
        </pc:picChg>
        <pc:picChg chg="mod">
          <ac:chgData name="Fidler, Matt" userId="58473553-56e0-4eac-b4d5-b827d878d5f8" providerId="ADAL" clId="{679EE6F9-23C1-4D28-A9FF-1259694F3E58}" dt="2025-09-17T14:48:19.182" v="1251"/>
          <ac:picMkLst>
            <pc:docMk/>
            <pc:sldMk cId="3432577516" sldId="256"/>
            <ac:picMk id="23" creationId="{E1479E5E-4568-5F62-362E-E68884232F16}"/>
          </ac:picMkLst>
        </pc:picChg>
        <pc:picChg chg="mod">
          <ac:chgData name="Fidler, Matt" userId="58473553-56e0-4eac-b4d5-b827d878d5f8" providerId="ADAL" clId="{679EE6F9-23C1-4D28-A9FF-1259694F3E58}" dt="2025-09-17T14:49:53.167" v="1330" actId="1076"/>
          <ac:picMkLst>
            <pc:docMk/>
            <pc:sldMk cId="3432577516" sldId="256"/>
            <ac:picMk id="26" creationId="{E1479E5E-4568-5F62-362E-E68884232F16}"/>
          </ac:picMkLst>
        </pc:picChg>
        <pc:picChg chg="add mod">
          <ac:chgData name="Fidler, Matt" userId="58473553-56e0-4eac-b4d5-b827d878d5f8" providerId="ADAL" clId="{679EE6F9-23C1-4D28-A9FF-1259694F3E58}" dt="2025-09-16T00:26:23.410" v="37" actId="1076"/>
          <ac:picMkLst>
            <pc:docMk/>
            <pc:sldMk cId="3432577516" sldId="256"/>
            <ac:picMk id="27" creationId="{2A677E75-8B67-6918-B985-35ABA6B8E146}"/>
          </ac:picMkLst>
        </pc:picChg>
        <pc:picChg chg="add mod">
          <ac:chgData name="Fidler, Matt" userId="58473553-56e0-4eac-b4d5-b827d878d5f8" providerId="ADAL" clId="{679EE6F9-23C1-4D28-A9FF-1259694F3E58}" dt="2025-09-16T11:43:56.858" v="351" actId="1076"/>
          <ac:picMkLst>
            <pc:docMk/>
            <pc:sldMk cId="3432577516" sldId="256"/>
            <ac:picMk id="29" creationId="{91D1A050-2DF1-FC3F-8696-A01C034778C7}"/>
          </ac:picMkLst>
        </pc:picChg>
        <pc:picChg chg="add mod">
          <ac:chgData name="Fidler, Matt" userId="58473553-56e0-4eac-b4d5-b827d878d5f8" providerId="ADAL" clId="{679EE6F9-23C1-4D28-A9FF-1259694F3E58}" dt="2025-09-16T11:50:57.871" v="389" actId="1076"/>
          <ac:picMkLst>
            <pc:docMk/>
            <pc:sldMk cId="3432577516" sldId="256"/>
            <ac:picMk id="34" creationId="{2E92A521-7DA2-6885-8FF8-1CBECCD53FD0}"/>
          </ac:picMkLst>
        </pc:picChg>
        <pc:picChg chg="add mod">
          <ac:chgData name="Fidler, Matt" userId="58473553-56e0-4eac-b4d5-b827d878d5f8" providerId="ADAL" clId="{679EE6F9-23C1-4D28-A9FF-1259694F3E58}" dt="2025-09-16T11:52:20.229" v="398" actId="1076"/>
          <ac:picMkLst>
            <pc:docMk/>
            <pc:sldMk cId="3432577516" sldId="256"/>
            <ac:picMk id="36" creationId="{827BBC6E-D071-924A-63A4-C54E3A80F825}"/>
          </ac:picMkLst>
        </pc:picChg>
        <pc:picChg chg="add del mod">
          <ac:chgData name="Fidler, Matt" userId="58473553-56e0-4eac-b4d5-b827d878d5f8" providerId="ADAL" clId="{679EE6F9-23C1-4D28-A9FF-1259694F3E58}" dt="2025-09-16T12:02:03.934" v="418" actId="478"/>
          <ac:picMkLst>
            <pc:docMk/>
            <pc:sldMk cId="3432577516" sldId="256"/>
            <ac:picMk id="38" creationId="{BEEEC751-17F1-08FF-FF68-6FBFA3E1B197}"/>
          </ac:picMkLst>
        </pc:picChg>
        <pc:picChg chg="add mod">
          <ac:chgData name="Fidler, Matt" userId="58473553-56e0-4eac-b4d5-b827d878d5f8" providerId="ADAL" clId="{679EE6F9-23C1-4D28-A9FF-1259694F3E58}" dt="2025-09-16T12:01:43.990" v="413" actId="1076"/>
          <ac:picMkLst>
            <pc:docMk/>
            <pc:sldMk cId="3432577516" sldId="256"/>
            <ac:picMk id="40" creationId="{89173B43-4911-AB70-1008-A5D8B01083C8}"/>
          </ac:picMkLst>
        </pc:picChg>
        <pc:picChg chg="add mod">
          <ac:chgData name="Fidler, Matt" userId="58473553-56e0-4eac-b4d5-b827d878d5f8" providerId="ADAL" clId="{679EE6F9-23C1-4D28-A9FF-1259694F3E58}" dt="2025-09-16T12:01:59.612" v="417" actId="1076"/>
          <ac:picMkLst>
            <pc:docMk/>
            <pc:sldMk cId="3432577516" sldId="256"/>
            <ac:picMk id="42" creationId="{DE4833E5-37CA-CEBB-9997-CDB2E2C9C03B}"/>
          </ac:picMkLst>
        </pc:picChg>
        <pc:picChg chg="del topLvl">
          <ac:chgData name="Fidler, Matt" userId="58473553-56e0-4eac-b4d5-b827d878d5f8" providerId="ADAL" clId="{679EE6F9-23C1-4D28-A9FF-1259694F3E58}" dt="2025-09-16T12:10:59.970" v="513" actId="478"/>
          <ac:picMkLst>
            <pc:docMk/>
            <pc:sldMk cId="3432577516" sldId="256"/>
            <ac:picMk id="47" creationId="{7D75C0ED-B4B9-5A70-95D1-C1A2EB09C68B}"/>
          </ac:picMkLst>
        </pc:picChg>
        <pc:picChg chg="del">
          <ac:chgData name="Fidler, Matt" userId="58473553-56e0-4eac-b4d5-b827d878d5f8" providerId="ADAL" clId="{679EE6F9-23C1-4D28-A9FF-1259694F3E58}" dt="2025-09-16T12:11:03.106" v="514" actId="478"/>
          <ac:picMkLst>
            <pc:docMk/>
            <pc:sldMk cId="3432577516" sldId="256"/>
            <ac:picMk id="53" creationId="{BF8F7CCF-2CA6-40C3-73E9-7552263EF9B9}"/>
          </ac:picMkLst>
        </pc:picChg>
        <pc:picChg chg="del mod">
          <ac:chgData name="Fidler, Matt" userId="58473553-56e0-4eac-b4d5-b827d878d5f8" providerId="ADAL" clId="{679EE6F9-23C1-4D28-A9FF-1259694F3E58}" dt="2025-09-16T12:11:07.081" v="516" actId="478"/>
          <ac:picMkLst>
            <pc:docMk/>
            <pc:sldMk cId="3432577516" sldId="256"/>
            <ac:picMk id="54" creationId="{184BCC84-2006-7BC4-228F-E57D6D62BAAD}"/>
          </ac:picMkLst>
        </pc:picChg>
        <pc:picChg chg="del mod">
          <ac:chgData name="Fidler, Matt" userId="58473553-56e0-4eac-b4d5-b827d878d5f8" providerId="ADAL" clId="{679EE6F9-23C1-4D28-A9FF-1259694F3E58}" dt="2025-09-16T12:11:05" v="515" actId="478"/>
          <ac:picMkLst>
            <pc:docMk/>
            <pc:sldMk cId="3432577516" sldId="256"/>
            <ac:picMk id="55" creationId="{B24EAE26-C2EE-ED89-AE3C-7CCEC5BB4F4A}"/>
          </ac:picMkLst>
        </pc:picChg>
        <pc:picChg chg="del">
          <ac:chgData name="Fidler, Matt" userId="58473553-56e0-4eac-b4d5-b827d878d5f8" providerId="ADAL" clId="{679EE6F9-23C1-4D28-A9FF-1259694F3E58}" dt="2025-09-16T12:11:13.326" v="517" actId="478"/>
          <ac:picMkLst>
            <pc:docMk/>
            <pc:sldMk cId="3432577516" sldId="256"/>
            <ac:picMk id="57" creationId="{9ED1E570-D569-8AF5-206C-7A530BBB7E66}"/>
          </ac:picMkLst>
        </pc:picChg>
        <pc:picChg chg="mod">
          <ac:chgData name="Fidler, Matt" userId="58473553-56e0-4eac-b4d5-b827d878d5f8" providerId="ADAL" clId="{679EE6F9-23C1-4D28-A9FF-1259694F3E58}" dt="2025-09-17T14:23:27.760" v="1036" actId="165"/>
          <ac:picMkLst>
            <pc:docMk/>
            <pc:sldMk cId="3432577516" sldId="256"/>
            <ac:picMk id="63" creationId="{6C466C43-CCBA-B658-AE39-4892056E9B15}"/>
          </ac:picMkLst>
        </pc:picChg>
        <pc:picChg chg="mod">
          <ac:chgData name="Fidler, Matt" userId="58473553-56e0-4eac-b4d5-b827d878d5f8" providerId="ADAL" clId="{679EE6F9-23C1-4D28-A9FF-1259694F3E58}" dt="2025-09-17T14:23:27.760" v="1036" actId="165"/>
          <ac:picMkLst>
            <pc:docMk/>
            <pc:sldMk cId="3432577516" sldId="256"/>
            <ac:picMk id="64" creationId="{A1F83FD6-D846-ABE7-FD8D-7814EB05EEED}"/>
          </ac:picMkLst>
        </pc:picChg>
        <pc:picChg chg="del">
          <ac:chgData name="Fidler, Matt" userId="58473553-56e0-4eac-b4d5-b827d878d5f8" providerId="ADAL" clId="{679EE6F9-23C1-4D28-A9FF-1259694F3E58}" dt="2025-09-16T12:18:52.654" v="851" actId="478"/>
          <ac:picMkLst>
            <pc:docMk/>
            <pc:sldMk cId="3432577516" sldId="256"/>
            <ac:picMk id="69" creationId="{D06790F3-2CE5-168E-5865-494E076B2923}"/>
          </ac:picMkLst>
        </pc:picChg>
        <pc:picChg chg="add mod">
          <ac:chgData name="Fidler, Matt" userId="58473553-56e0-4eac-b4d5-b827d878d5f8" providerId="ADAL" clId="{679EE6F9-23C1-4D28-A9FF-1259694F3E58}" dt="2025-09-16T12:15:03.485" v="569" actId="1076"/>
          <ac:picMkLst>
            <pc:docMk/>
            <pc:sldMk cId="3432577516" sldId="256"/>
            <ac:picMk id="72" creationId="{CC05FD6A-62AB-47B4-EEE4-4188177A5D20}"/>
          </ac:picMkLst>
        </pc:picChg>
        <pc:picChg chg="add mod">
          <ac:chgData name="Fidler, Matt" userId="58473553-56e0-4eac-b4d5-b827d878d5f8" providerId="ADAL" clId="{679EE6F9-23C1-4D28-A9FF-1259694F3E58}" dt="2025-09-16T12:16:24.833" v="633" actId="1076"/>
          <ac:picMkLst>
            <pc:docMk/>
            <pc:sldMk cId="3432577516" sldId="256"/>
            <ac:picMk id="74" creationId="{FB88F7D7-0823-A3E7-EDDD-4A3FD961F9FA}"/>
          </ac:picMkLst>
        </pc:picChg>
        <pc:picChg chg="add mod">
          <ac:chgData name="Fidler, Matt" userId="58473553-56e0-4eac-b4d5-b827d878d5f8" providerId="ADAL" clId="{679EE6F9-23C1-4D28-A9FF-1259694F3E58}" dt="2025-09-17T12:12:49.948" v="860" actId="1076"/>
          <ac:picMkLst>
            <pc:docMk/>
            <pc:sldMk cId="3432577516" sldId="256"/>
            <ac:picMk id="76" creationId="{00D77604-0935-2168-B1C1-B8764097811F}"/>
          </ac:picMkLst>
        </pc:picChg>
        <pc:picChg chg="del">
          <ac:chgData name="Fidler, Matt" userId="58473553-56e0-4eac-b4d5-b827d878d5f8" providerId="ADAL" clId="{679EE6F9-23C1-4D28-A9FF-1259694F3E58}" dt="2025-09-16T00:23:00.692" v="22" actId="478"/>
          <ac:picMkLst>
            <pc:docMk/>
            <pc:sldMk cId="3432577516" sldId="256"/>
            <ac:picMk id="1026" creationId="{F49E5370-E30F-914A-AA06-591CE14F9512}"/>
          </ac:picMkLst>
        </pc:picChg>
        <pc:picChg chg="add del mod">
          <ac:chgData name="Fidler, Matt" userId="58473553-56e0-4eac-b4d5-b827d878d5f8" providerId="ADAL" clId="{679EE6F9-23C1-4D28-A9FF-1259694F3E58}" dt="2025-09-16T11:47:29.132" v="367" actId="1076"/>
          <ac:picMkLst>
            <pc:docMk/>
            <pc:sldMk cId="3432577516" sldId="256"/>
            <ac:picMk id="1028" creationId="{B59B75D8-E5BB-E397-2C3F-ADDEBFAA6D88}"/>
          </ac:picMkLst>
        </pc:picChg>
        <pc:picChg chg="add del mod">
          <ac:chgData name="Fidler, Matt" userId="58473553-56e0-4eac-b4d5-b827d878d5f8" providerId="ADAL" clId="{679EE6F9-23C1-4D28-A9FF-1259694F3E58}" dt="2025-09-16T11:43:34.010" v="346" actId="478"/>
          <ac:picMkLst>
            <pc:docMk/>
            <pc:sldMk cId="3432577516" sldId="256"/>
            <ac:picMk id="1030" creationId="{152FEAB9-CE81-B915-D29D-BE393D6603FC}"/>
          </ac:picMkLst>
        </pc:picChg>
        <pc:picChg chg="add del">
          <ac:chgData name="Fidler, Matt" userId="58473553-56e0-4eac-b4d5-b827d878d5f8" providerId="ADAL" clId="{679EE6F9-23C1-4D28-A9FF-1259694F3E58}" dt="2025-09-16T11:45:32.135" v="355" actId="478"/>
          <ac:picMkLst>
            <pc:docMk/>
            <pc:sldMk cId="3432577516" sldId="256"/>
            <ac:picMk id="1032" creationId="{CC6476CD-ECC9-40F9-B717-F4D479E4906D}"/>
          </ac:picMkLst>
        </pc:picChg>
        <pc:picChg chg="add del mod">
          <ac:chgData name="Fidler, Matt" userId="58473553-56e0-4eac-b4d5-b827d878d5f8" providerId="ADAL" clId="{679EE6F9-23C1-4D28-A9FF-1259694F3E58}" dt="2025-09-16T11:46:12.033" v="360" actId="478"/>
          <ac:picMkLst>
            <pc:docMk/>
            <pc:sldMk cId="3432577516" sldId="256"/>
            <ac:picMk id="1034" creationId="{A69F02CC-4131-A01A-17A2-4AE4C8E04C85}"/>
          </ac:picMkLst>
        </pc:picChg>
        <pc:picChg chg="add mod">
          <ac:chgData name="Fidler, Matt" userId="58473553-56e0-4eac-b4d5-b827d878d5f8" providerId="ADAL" clId="{679EE6F9-23C1-4D28-A9FF-1259694F3E58}" dt="2025-09-16T11:49:19.793" v="379" actId="1076"/>
          <ac:picMkLst>
            <pc:docMk/>
            <pc:sldMk cId="3432577516" sldId="256"/>
            <ac:picMk id="1036" creationId="{5B8C43B7-BA2B-8157-6DC1-9AF0CDE75693}"/>
          </ac:picMkLst>
        </pc:picChg>
        <pc:picChg chg="add mod">
          <ac:chgData name="Fidler, Matt" userId="58473553-56e0-4eac-b4d5-b827d878d5f8" providerId="ADAL" clId="{679EE6F9-23C1-4D28-A9FF-1259694F3E58}" dt="2025-09-16T11:50:55.353" v="388" actId="1076"/>
          <ac:picMkLst>
            <pc:docMk/>
            <pc:sldMk cId="3432577516" sldId="256"/>
            <ac:picMk id="1038" creationId="{6B71C8BD-CE51-EF20-D2CF-FB03C263F149}"/>
          </ac:picMkLst>
        </pc:picChg>
        <pc:picChg chg="add del mod">
          <ac:chgData name="Fidler, Matt" userId="58473553-56e0-4eac-b4d5-b827d878d5f8" providerId="ADAL" clId="{679EE6F9-23C1-4D28-A9FF-1259694F3E58}" dt="2025-09-16T11:49:11.036" v="378" actId="478"/>
          <ac:picMkLst>
            <pc:docMk/>
            <pc:sldMk cId="3432577516" sldId="256"/>
            <ac:picMk id="1040" creationId="{AF2A58B8-AB08-90B4-E9CD-AA5199DE8C53}"/>
          </ac:picMkLst>
        </pc:picChg>
        <pc:cxnChg chg="mod">
          <ac:chgData name="Fidler, Matt" userId="58473553-56e0-4eac-b4d5-b827d878d5f8" providerId="ADAL" clId="{679EE6F9-23C1-4D28-A9FF-1259694F3E58}" dt="2025-09-16T00:23:11.520" v="23" actId="478"/>
          <ac:cxnSpMkLst>
            <pc:docMk/>
            <pc:sldMk cId="3432577516" sldId="256"/>
            <ac:cxnSpMk id="26" creationId="{D728B2A7-CF3E-4DC3-4321-D6EBD67A4A3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6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6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57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9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74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8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2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00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2A73A-C098-41EE-9DF0-91360A5ACDD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360C4-9A37-453C-AAF3-976521428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bf686724f1c26455e79590a45e3fe28a69cc3d8.png"/>
<Relationship Id="rId3" Type="http://schemas.openxmlformats.org/officeDocument/2006/relationships/image" Target="../media/bfe346da8cc76a5c2f682ad8fb603d50e467385a.png"/>
<Relationship Id="rId4" Type="http://schemas.openxmlformats.org/officeDocument/2006/relationships/image" Target="../media/8506e828d269e1ef446980d0c1721b58be9f84ca.png"/>
<Relationship Id="rId5" Type="http://schemas.openxmlformats.org/officeDocument/2006/relationships/image" Target="../media/c1e1eacf3f0482bb1ba75f3791b9938921abc8ba.png"/>
<Relationship Id="rId6" Type="http://schemas.openxmlformats.org/officeDocument/2006/relationships/image" Target="../media/925280baebcf1202b253890cf8b977f1f38a8e28.png"/>
<Relationship Id="rId7" Type="http://schemas.openxmlformats.org/officeDocument/2006/relationships/image" Target="../media/bb2b90816aa1f98b74bff07cd0993f703b2bdc0e.png"/>
<Relationship Id="rId8" Type="http://schemas.openxmlformats.org/officeDocument/2006/relationships/image" Target="../media/fc275ce48baf927bacd59505f70914598d7d136e.png"/>
<Relationship Id="rId9" Type="http://schemas.openxmlformats.org/officeDocument/2006/relationships/image" Target="../media/b8175679d5c0219b95d82b99c2cec0d140a2d215.png"/>
<Relationship Id="rId10" Type="http://schemas.openxmlformats.org/officeDocument/2006/relationships/image" Target="../media/a2abff0da7f0de8d65951663f033563a21aadf42.png"/>
</Relationships>
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0" y="0"/>
            <a:ext cx="32918400" cy="7498080"/>
          </a:xfrm>
          <a:prstGeom prst="rect">
            <a:avLst/>
          </a:prstGeom>
          <a:solidFill>
            <a:srgbClr val="1F4E79">
              <a:alpha val="100000"/>
            </a:srgbClr>
          </a:solidFill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"/>
          <p:cNvSpPr txBox="1"/>
          <p:nvPr/>
        </p:nvSpPr>
        <p:spPr>
          <a:xfrm>
            <a:off x="11430000" y="7498080"/>
            <a:ext cx="21488400" cy="9418320"/>
          </a:xfrm>
          <a:prstGeom prst="rect">
            <a:avLst/>
          </a:prstGeom>
          <a:solidFill>
            <a:srgbClr val="1F4E79">
              <a:alpha val="100000"/>
            </a:srgbClr>
          </a:solidFill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4" name="" descr=""/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12" y="320040"/>
            <a:ext cx="5910337" cy="6858000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12344400" y="457200"/>
            <a:ext cx="19659600" cy="4937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6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nlmixr2save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72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Fits you can </a:t>
            </a:r>
            <a:r>
              <a:rPr cap="none" sz="72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read</a:t>
            </a:r>
            <a:r>
              <a:rPr cap="none" sz="72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runs you don’t </a:t>
            </a:r>
            <a:r>
              <a:rPr cap="none" sz="72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repeat</a:t>
            </a:r>
          </a:p>
        </p:txBody>
      </p:sp>
      <p:sp>
        <p:nvSpPr>
          <p:cNvPr id="6" name=""/>
          <p:cNvSpPr txBox="1"/>
          <p:nvPr/>
        </p:nvSpPr>
        <p:spPr>
          <a:xfrm>
            <a:off x="12344400" y="4754880"/>
            <a:ext cx="19659600" cy="12801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8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Change one operator: </a:t>
            </a:r>
            <a:r>
              <a:rPr cap="none" sz="4800" i="0" b="1" u="none" strike="noStrike">
                <a:solidFill>
                  <a:srgbClr val="FFFFFF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fit := nlmixr2(model, data)</a:t>
            </a:r>
          </a:p>
        </p:txBody>
      </p:sp>
      <p:sp>
        <p:nvSpPr>
          <p:cNvPr id="7" name=""/>
          <p:cNvSpPr txBox="1"/>
          <p:nvPr/>
        </p:nvSpPr>
        <p:spPr>
          <a:xfrm>
            <a:off x="12984480" y="7680960"/>
            <a:ext cx="18470880" cy="694944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8" name="" descr=""/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0" y="8421571"/>
            <a:ext cx="17922240" cy="5468219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12344400" y="14904720"/>
            <a:ext cx="19659600" cy="17373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Re-sourcing a script or re-rendering a report reruns nothing </a:t>
            </a:r>
            <a:r>
              <a:rPr cap="none" sz="40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unless the model, data, or settings changed</a:t>
            </a:r>
          </a:p>
        </p:txBody>
      </p:sp>
      <p:sp>
        <p:nvSpPr>
          <p:cNvPr id="10" name=""/>
          <p:cNvSpPr txBox="1"/>
          <p:nvPr/>
        </p:nvSpPr>
        <p:spPr>
          <a:xfrm>
            <a:off x="502920" y="8046720"/>
            <a:ext cx="10927080" cy="35844480"/>
          </a:xfrm>
          <a:prstGeom prst="rect">
            <a:avLst/>
          </a:prstGeom>
          <a:solidFill>
            <a:srgbClr val="489BBC">
              <a:alpha val="100000"/>
            </a:srgbClr>
          </a:solidFill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914400" y="8412480"/>
            <a:ext cx="10149840" cy="3511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cap="none" sz="52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Saving and caching nlmixr2 fits: portable text files and the := operator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cap="none" sz="40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Objectives: </a:t>
            </a:r>
            <a:r>
              <a:rPr cap="none" sz="35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Nonlinear mixed-effects (NLME) estimation and simulation take minutes to weeks. In reproducible workflows, re-running models unnecessarily wastes time, and language-specific binary serialization limits sharing results. nlmixr2[1] relied on serialization that was removed from the R ecosystem, making this urgent. We aimed to (1) save nlmixr2 fits as primarily CSV and R source files, and (2) add a caching operator, :=, that re-runs only when the model, data, or settings changed.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cap="none" sz="40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Methods: </a:t>
            </a:r>
            <a:r>
              <a:rPr cap="none" sz="35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nlmixr2save was developed within the nlmixr2 ecosystem in R. Fits are decomposed into portable components – the final estimated model (as nlmixr2/rxode2[1–2] code), objective function values, tables, and metadata – written as R and CSV text and reconstructed without binary dependencies. </a:t>
            </a:r>
            <a:r>
              <a:rPr cap="none" sz="35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The := operator is a drop-in replacement for &lt;- when calling nlmixr2(), rxSolve(), or any long-running R function. It hashes the model, the estimation-relevant data columns, and all estimation or simulation options, plus the starting seed for random calls. A matching cache is loaded from disk and, for random calls, the final seed state restored; otherwise the call runs and the result is saved.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cap="none" sz="40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Results: </a:t>
            </a:r>
            <a:r>
              <a:rPr cap="none" sz="35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Fits round-trip through a single zip file. Loaded fits keep full functionality: diagnostic plots, VPCs, and use as initial estimates for new runs. Switching </a:t>
            </a:r>
            <a:r>
              <a:rPr cap="none" sz="3500" i="1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fit &lt;- nlmixr2(model, data, est="saem")</a:t>
            </a:r>
            <a:r>
              <a:rPr cap="none" sz="35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 to </a:t>
            </a:r>
            <a:r>
              <a:rPr cap="none" sz="3500" i="1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fit := nlmixr2(model, data, est="saem")</a:t>
            </a:r>
            <a:r>
              <a:rPr cap="none" sz="35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 is the only change needed for caching. Other functions are cached in rds format. Version 0.2.0 adds cache directory and prefix options, package-version checks, and nlmixr2saveShare() to share a fit without the original data.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cap="none" sz="40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Conclusions: </a:t>
            </a:r>
            <a:r>
              <a:rPr cap="none" sz="35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nlmixr2save addresses two practical problems: long-term readable storage of nlmixr2 fits, and redundant runs during iterative development. The := operator gives intelligent result management with minimal effort, promoting efficient, reproducible, collaborative modeling – especially when scripts are re-sourced or rendered in dynamic documents.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40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References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30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[1] Fidler M, et al. CPT Pharmacometrics Syst Pharmacol. 2019;8(9):621–633.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cap="none" sz="3000" i="0" b="0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[2] Wang W, Hallow KM, James DA. CPT Pharmacometrics Syst Pharmacol. 2016;5(1):3–10.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FFFFFF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Install: </a:t>
            </a:r>
            <a:r>
              <a:rPr cap="none" sz="3500" i="0" b="0" u="none" strike="noStrike">
                <a:solidFill>
                  <a:srgbClr val="FFFFFF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install.packages("nlmixr2save")</a:t>
            </a:r>
          </a:p>
        </p:txBody>
      </p:sp>
      <p:sp>
        <p:nvSpPr>
          <p:cNvPr id="12" name=""/>
          <p:cNvSpPr txBox="1"/>
          <p:nvPr/>
        </p:nvSpPr>
        <p:spPr>
          <a:xfrm>
            <a:off x="12070080" y="17282160"/>
            <a:ext cx="9875520" cy="13716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saveFit() writes R source and CSV into one zip</a:t>
            </a:r>
          </a:p>
        </p:txBody>
      </p:sp>
      <p:pic>
        <p:nvPicPr>
          <p:cNvPr id="13" name="" descr=""/>
          <p:cNvPicPr>
            <a:picLocks noGr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5043" y="18745200"/>
            <a:ext cx="7645594" cy="603504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22677120" y="17282160"/>
            <a:ext cx="9875520" cy="13716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A loaded fit still makes VPCs</a:t>
            </a:r>
          </a:p>
        </p:txBody>
      </p:sp>
      <p:pic>
        <p:nvPicPr>
          <p:cNvPr id="15" name="" descr=""/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36672" y="18745200"/>
            <a:ext cx="7956417" cy="603504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12070080" y="25237440"/>
            <a:ext cx="9875520" cy="13716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The cache key hashes what the estimate depends on</a:t>
            </a:r>
          </a:p>
        </p:txBody>
      </p:sp>
      <p:pic>
        <p:nvPicPr>
          <p:cNvPr id="17" name="" descr=""/>
          <p:cNvPicPr>
            <a:picLocks noGr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0" y="27309997"/>
            <a:ext cx="9875520" cy="3901607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22677120" y="25237440"/>
            <a:ext cx="9875520" cy="13716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Only changes that matter trigger a refit</a:t>
            </a:r>
          </a:p>
        </p:txBody>
      </p:sp>
      <p:pic>
        <p:nvPicPr>
          <p:cNvPr id="19" name="" descr=""/>
          <p:cNvPicPr>
            <a:picLocks noGr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77120" y="27059886"/>
            <a:ext cx="9875520" cy="4401828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12070080" y="32278320"/>
            <a:ext cx="9875520" cy="13716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Simulations restore the random seed</a:t>
            </a:r>
          </a:p>
        </p:txBody>
      </p:sp>
      <p:pic>
        <p:nvPicPr>
          <p:cNvPr id="21" name="" descr=""/>
          <p:cNvPicPr>
            <a:picLocks noGr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47308" y="33741360"/>
            <a:ext cx="6521063" cy="493776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22677120" y="32278320"/>
            <a:ext cx="9875520" cy="13716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nlmixr2saveShare(): share a fit without the data</a:t>
            </a:r>
          </a:p>
        </p:txBody>
      </p:sp>
      <p:graphicFrame>
        <p:nvGraphicFramePr>
          <p:cNvPr id="23" name=""/>
          <p:cNvGraphicFramePr>
            <a:graphicFrameLocks noGrp="true"/>
          </p:cNvGraphicFramePr>
          <p:nvPr/>
        </p:nvGraphicFramePr>
        <p:xfrm rot="0">
          <a:off x="22677120" y="33832800"/>
          <a:ext cx="3657600" cy="2743200"/>
        </p:xfrm>
        <a:graphic>
          <a:graphicData uri="http://schemas.openxmlformats.org/drawingml/2006/table">
            <a:tbl>
              <a:tblPr/>
              <a:tblGrid>
                <a:gridCol w="4206240"/>
                <a:gridCol w="2468880"/>
                <a:gridCol w="3200400"/>
              </a:tblGrid>
              <a:tr h="228600">
                <a:tc>
                  <a:txBody>
                    <a:bodyPr/>
                    <a:lstStyle/>
                    <a:p>
                      <a:pPr algn="l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endParaRPr cap="none" sz="2800" i="0" b="1" u="none" strike="noStrike">
                        <a:solidFill>
                          <a:srgbClr val="FFFFFF">
                            <a:alpha val="100000"/>
                          </a:srgbClr>
                        </a:solidFill>
                        <a:latin typeface="Arial Nova Cond"/>
                        <a:cs typeface="Arial Nova Cond"/>
                        <a:ea typeface="Arial Nova Cond"/>
                        <a:sym typeface="Arial Nova Cond"/>
                      </a:endParaRPr>
                      <a:r>
                        <a:rPr cap="none" sz="2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/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F4E7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-noData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F4E7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-noData-noFit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1F4E79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0" u="none" strike="noStrike">
                          <a:solidFill>
                            <a:srgbClr val="0F243E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model, estimates, objective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8F1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0" u="none" strike="noStrike">
                          <a:solidFill>
                            <a:srgbClr val="0F243E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kept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8F1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0" u="none" strike="noStrike">
                          <a:solidFill>
                            <a:srgbClr val="0F243E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kept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8F1F7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0" u="none" strike="noStrike">
                          <a:solidFill>
                            <a:srgbClr val="0F243E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etas, parameter history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0" u="none" strike="noStrike">
                          <a:solidFill>
                            <a:srgbClr val="0F243E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kept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0" u="none" strike="noStrike">
                          <a:solidFill>
                            <a:srgbClr val="0F243E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kept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0" u="none" strike="noStrike">
                          <a:solidFill>
                            <a:srgbClr val="0F243E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predictions, residuals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8F1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0" u="none" strike="noStrike">
                          <a:solidFill>
                            <a:srgbClr val="0F243E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kept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8F1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1" u="none" strike="noStrike">
                          <a:solidFill>
                            <a:srgbClr val="B40000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removed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8F1F7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0" u="none" strike="noStrike">
                          <a:solidFill>
                            <a:srgbClr val="0F243E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original data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1" u="none" strike="noStrike">
                          <a:solidFill>
                            <a:srgbClr val="B40000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removed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 marR="10160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cap="none" sz="2800" i="0" b="1" u="none" strike="noStrike">
                          <a:solidFill>
                            <a:srgbClr val="B40000">
                              <a:alpha val="100000"/>
                            </a:srgbClr>
                          </a:solidFill>
                          <a:latin typeface="Arial Nova Cond"/>
                          <a:cs typeface="Arial Nova Cond"/>
                          <a:ea typeface="Arial Nova Cond"/>
                          <a:sym typeface="Arial Nova Cond"/>
                        </a:rPr>
                        <a:t>removed</a:t>
                      </a:r>
                    </a:p>
                  </a:txBody>
                  <a:tcPr anchor="ctr" marB="101600" marT="1016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" name=""/>
          <p:cNvSpPr txBox="1"/>
          <p:nvPr/>
        </p:nvSpPr>
        <p:spPr>
          <a:xfrm>
            <a:off x="22677120" y="37764720"/>
            <a:ext cx="9875520" cy="8229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1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fit.zip is left unchanged; copies are written next to it</a:t>
            </a:r>
          </a:p>
        </p:txBody>
      </p:sp>
      <p:sp>
        <p:nvSpPr>
          <p:cNvPr id="25" name=""/>
          <p:cNvSpPr txBox="1"/>
          <p:nvPr/>
        </p:nvSpPr>
        <p:spPr>
          <a:xfrm>
            <a:off x="12252960" y="39227760"/>
            <a:ext cx="12435840" cy="44805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600" i="0" b="1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Authors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Matthew Fidler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1,8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Brendan Bender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2,8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William Denney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3,8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John Harrold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Richard Hooijmaijers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4,8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Mutaz Jaber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5,8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Anne Keunecke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4,8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Rik Schoemaker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6,8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Max Taubert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1,8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Mirjam Trame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7,8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, 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Justin Wilkins</a:t>
            </a:r>
            <a:r>
              <a:rPr cap="none" sz="30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6,8</a:t>
            </a:r>
            <a:r>
              <a:rPr cap="none" sz="30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1</a:t>
            </a:r>
            <a:r>
              <a:rPr cap="none" sz="26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Novartis, </a:t>
            </a:r>
            <a:r>
              <a:rPr cap="none" sz="26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2</a:t>
            </a:r>
            <a:r>
              <a:rPr cap="none" sz="26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Genentech, </a:t>
            </a:r>
            <a:r>
              <a:rPr cap="none" sz="26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3</a:t>
            </a:r>
            <a:r>
              <a:rPr cap="none" sz="26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Human Predictions, </a:t>
            </a:r>
            <a:r>
              <a:rPr cap="none" sz="26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4</a:t>
            </a:r>
            <a:r>
              <a:rPr cap="none" sz="26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LAP&amp;P, </a:t>
            </a:r>
            <a:r>
              <a:rPr cap="none" sz="26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5</a:t>
            </a:r>
            <a:r>
              <a:rPr cap="none" sz="26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Gilead, </a:t>
            </a:r>
            <a:r>
              <a:rPr cap="none" sz="26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6</a:t>
            </a:r>
            <a:r>
              <a:rPr cap="none" sz="26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Occams, </a:t>
            </a:r>
            <a:r>
              <a:rPr cap="none" sz="26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7</a:t>
            </a:r>
            <a:r>
              <a:rPr cap="none" sz="26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Certara, </a:t>
            </a:r>
            <a:r>
              <a:rPr cap="none" sz="2600" i="0" b="0" u="none" strike="noStrike" baseline="40000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8</a:t>
            </a:r>
            <a:r>
              <a:rPr cap="none" sz="2600" i="0" b="0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The nlmixr2 team</a:t>
            </a:r>
          </a:p>
        </p:txBody>
      </p:sp>
      <p:pic>
        <p:nvPicPr>
          <p:cNvPr id="26" name="" descr=""/>
          <p:cNvPicPr>
            <a:picLocks noGr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63120" y="39319200"/>
            <a:ext cx="3291840" cy="329184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24505920" y="42702480"/>
            <a:ext cx="4206240" cy="7315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Blog post + video</a:t>
            </a:r>
          </a:p>
        </p:txBody>
      </p:sp>
      <p:pic>
        <p:nvPicPr>
          <p:cNvPr id="28" name="" descr=""/>
          <p:cNvPicPr>
            <a:picLocks noGr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77920" y="39319200"/>
            <a:ext cx="3291840" cy="3291840"/>
          </a:xfrm>
          <a:prstGeom prst="rect">
            <a:avLst/>
          </a:prstGeom>
        </p:spPr>
      </p:pic>
      <p:sp>
        <p:nvSpPr>
          <p:cNvPr id="29" name=""/>
          <p:cNvSpPr txBox="1"/>
          <p:nvPr/>
        </p:nvSpPr>
        <p:spPr>
          <a:xfrm>
            <a:off x="28620720" y="42702480"/>
            <a:ext cx="4206240" cy="7315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F243E">
                    <a:alpha val="100000"/>
                  </a:srgbClr>
                </a:solidFill>
                <a:latin typeface="Arial Nova Cond"/>
                <a:cs typeface="Arial Nova Cond"/>
                <a:ea typeface="Arial Nova Cond"/>
                <a:sym typeface="Arial Nova Cond"/>
              </a:rPr>
              <a:t>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84ABA97D7B64FADE5C107FC3FCEB8" ma:contentTypeVersion="22" ma:contentTypeDescription="Create a new document." ma:contentTypeScope="" ma:versionID="31cf7bb80cbe75407a1a96a94bc5c20f">
  <xsd:schema xmlns:xsd="http://www.w3.org/2001/XMLSchema" xmlns:xs="http://www.w3.org/2001/XMLSchema" xmlns:p="http://schemas.microsoft.com/office/2006/metadata/properties" xmlns:ns1="http://schemas.microsoft.com/sharepoint/v3" xmlns:ns2="f1b6b25d-e1ab-4ed4-aa1f-ed02690054e1" xmlns:ns3="c809185b-e14e-4baa-90fe-4ad6c28ac161" xmlns:ns4="c9ac3ab4-a7cc-4b3a-aeed-dd55a233ac4b" targetNamespace="http://schemas.microsoft.com/office/2006/metadata/properties" ma:root="true" ma:fieldsID="9e2e869dd8fdbd386d3b7cb44dd66efe" ns1:_="" ns2:_="" ns3:_="" ns4:_="">
    <xsd:import namespace="http://schemas.microsoft.com/sharepoint/v3"/>
    <xsd:import namespace="f1b6b25d-e1ab-4ed4-aa1f-ed02690054e1"/>
    <xsd:import namespace="c809185b-e14e-4baa-90fe-4ad6c28ac161"/>
    <xsd:import namespace="c9ac3ab4-a7cc-4b3a-aeed-dd55a233ac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6b25d-e1ab-4ed4-aa1f-ed02690054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7bc47b-3997-4ccb-824d-08e9c3bde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9185b-e14e-4baa-90fe-4ad6c28ac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c3ab4-a7cc-4b3a-aeed-dd55a233ac4b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2efb06-b55a-4d47-a508-681f9e543eb9}" ma:internalName="TaxCatchAll" ma:showField="CatchAllData" ma:web="c809185b-e14e-4baa-90fe-4ad6c28ac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f1b6b25d-e1ab-4ed4-aa1f-ed02690054e1">
      <Terms xmlns="http://schemas.microsoft.com/office/infopath/2007/PartnerControls"/>
    </lcf76f155ced4ddcb4097134ff3c332f>
    <_ip_UnifiedCompliancePolicyProperties xmlns="http://schemas.microsoft.com/sharepoint/v3" xsi:nil="true"/>
    <TaxCatchAll xmlns="c9ac3ab4-a7cc-4b3a-aeed-dd55a233ac4b" xsi:nil="true"/>
  </documentManagement>
</p:properties>
</file>

<file path=customXml/itemProps1.xml><?xml version="1.0" encoding="utf-8"?>
<ds:datastoreItem xmlns:ds="http://schemas.openxmlformats.org/officeDocument/2006/customXml" ds:itemID="{8D0E7DCF-FACB-4E67-A5EF-035138B023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384DCF-760E-485C-AD4F-E1F9E2406D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1b6b25d-e1ab-4ed4-aa1f-ed02690054e1"/>
    <ds:schemaRef ds:uri="c809185b-e14e-4baa-90fe-4ad6c28ac161"/>
    <ds:schemaRef ds:uri="c9ac3ab4-a7cc-4b3a-aeed-dd55a233ac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0EDF31-E3C2-4D7A-BB6B-184D5B2B800C}">
  <ds:schemaRefs>
    <ds:schemaRef ds:uri="http://schemas.microsoft.com/office/infopath/2007/PartnerControls"/>
    <ds:schemaRef ds:uri="http://purl.org/dc/dcmitype/"/>
    <ds:schemaRef ds:uri="f1b6b25d-e1ab-4ed4-aa1f-ed02690054e1"/>
    <ds:schemaRef ds:uri="http://schemas.microsoft.com/sharepoint/v3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c809185b-e14e-4baa-90fe-4ad6c28ac161"/>
    <ds:schemaRef ds:uri="c9ac3ab4-a7cc-4b3a-aeed-dd55a233ac4b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3c9bec58-8084-492e-8360-0e1cfe36408c}" enabled="1" method="Standard" siteId="{f35a6974-607f-47d4-82d7-ff31d7dc53a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Nova Cond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Fidler, Matt</dc:creator>
  <cp:lastModifiedBy>matt-fidler</cp:lastModifiedBy>
  <cp:revision>18</cp:revision>
  <dcterms:created xsi:type="dcterms:W3CDTF">2023-05-25T00:03:11Z</dcterms:created>
  <dcterms:modified xsi:type="dcterms:W3CDTF">2026-09-17T11:01:26Z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9bec58-8084-492e-8360-0e1cfe36408c_Enabled">
    <vt:lpwstr>true</vt:lpwstr>
  </property>
  <property fmtid="{D5CDD505-2E9C-101B-9397-08002B2CF9AE}" pid="3" name="MSIP_Label_3c9bec58-8084-492e-8360-0e1cfe36408c_SetDate">
    <vt:lpwstr>2023-05-25T00:03:16Z</vt:lpwstr>
  </property>
  <property fmtid="{D5CDD505-2E9C-101B-9397-08002B2CF9AE}" pid="4" name="MSIP_Label_3c9bec58-8084-492e-8360-0e1cfe36408c_Method">
    <vt:lpwstr>Standard</vt:lpwstr>
  </property>
  <property fmtid="{D5CDD505-2E9C-101B-9397-08002B2CF9AE}" pid="5" name="MSIP_Label_3c9bec58-8084-492e-8360-0e1cfe36408c_Name">
    <vt:lpwstr>Not Protected -Pilot</vt:lpwstr>
  </property>
  <property fmtid="{D5CDD505-2E9C-101B-9397-08002B2CF9AE}" pid="6" name="MSIP_Label_3c9bec58-8084-492e-8360-0e1cfe36408c_SiteId">
    <vt:lpwstr>f35a6974-607f-47d4-82d7-ff31d7dc53a5</vt:lpwstr>
  </property>
  <property fmtid="{D5CDD505-2E9C-101B-9397-08002B2CF9AE}" pid="7" name="MSIP_Label_3c9bec58-8084-492e-8360-0e1cfe36408c_ActionId">
    <vt:lpwstr>15c49350-27ca-4918-9db2-4b86a8444b98</vt:lpwstr>
  </property>
  <property fmtid="{D5CDD505-2E9C-101B-9397-08002B2CF9AE}" pid="8" name="MSIP_Label_3c9bec58-8084-492e-8360-0e1cfe36408c_ContentBits">
    <vt:lpwstr>0</vt:lpwstr>
  </property>
  <property fmtid="{D5CDD505-2E9C-101B-9397-08002B2CF9AE}" pid="9" name="ContentTypeId">
    <vt:lpwstr>0x01010091784ABA97D7B64FADE5C107FC3FCEB8</vt:lpwstr>
  </property>
  <property fmtid="{D5CDD505-2E9C-101B-9397-08002B2CF9AE}" pid="10" name="MediaServiceImageTags">
    <vt:lpwstr/>
  </property>
</Properties>
</file>